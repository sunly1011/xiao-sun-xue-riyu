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45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2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77515" y="322580"/>
            <a:ext cx="6236970" cy="6249670"/>
            <a:chOff x="4689" y="508"/>
            <a:chExt cx="9822" cy="984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l="3852" t="4704" r="5194" b="4167"/>
            <a:stretch>
              <a:fillRect/>
            </a:stretch>
          </p:blipFill>
          <p:spPr>
            <a:xfrm>
              <a:off x="4689" y="508"/>
              <a:ext cx="9823" cy="9842"/>
            </a:xfrm>
            <a:prstGeom prst="roundRect">
              <a:avLst>
                <a:gd name="adj" fmla="val 25287"/>
              </a:avLst>
            </a:prstGeom>
          </p:spPr>
        </p:pic>
        <p:sp>
          <p:nvSpPr>
            <p:cNvPr id="5" name="圆角矩形 4"/>
            <p:cNvSpPr/>
            <p:nvPr/>
          </p:nvSpPr>
          <p:spPr>
            <a:xfrm>
              <a:off x="5403" y="1208"/>
              <a:ext cx="8398" cy="8426"/>
            </a:xfrm>
            <a:prstGeom prst="roundRect">
              <a:avLst>
                <a:gd name="adj" fmla="val 20612"/>
              </a:avLst>
            </a:prstGeom>
            <a:solidFill>
              <a:srgbClr val="103459"/>
            </a:solidFill>
            <a:ln>
              <a:solidFill>
                <a:srgbClr val="10345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" name="图片 5" descr="INTEPOINT-logo-PNG"/>
            <p:cNvPicPr>
              <a:picLocks noChangeAspect="1"/>
            </p:cNvPicPr>
            <p:nvPr/>
          </p:nvPicPr>
          <p:blipFill>
            <a:blip r:embed="rId2">
              <a:lum bright="100000" contrast="-24000"/>
            </a:blip>
            <a:srcRect l="27319" t="27906" r="27290" b="5649"/>
            <a:stretch>
              <a:fillRect/>
            </a:stretch>
          </p:blipFill>
          <p:spPr>
            <a:xfrm>
              <a:off x="6411" y="2383"/>
              <a:ext cx="6382" cy="6093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1880" b="10213"/>
          <a:stretch>
            <a:fillRect/>
          </a:stretch>
        </p:blipFill>
        <p:spPr>
          <a:xfrm>
            <a:off x="4069715" y="0"/>
            <a:ext cx="4057015" cy="685355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760720" y="34290"/>
            <a:ext cx="671195" cy="673100"/>
            <a:chOff x="4689" y="508"/>
            <a:chExt cx="9822" cy="984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rcRect l="3852" t="4704" r="5194" b="4167"/>
            <a:stretch>
              <a:fillRect/>
            </a:stretch>
          </p:blipFill>
          <p:spPr>
            <a:xfrm>
              <a:off x="4689" y="508"/>
              <a:ext cx="9823" cy="9842"/>
            </a:xfrm>
            <a:prstGeom prst="roundRect">
              <a:avLst>
                <a:gd name="adj" fmla="val 25287"/>
              </a:avLst>
            </a:prstGeom>
          </p:spPr>
        </p:pic>
        <p:sp>
          <p:nvSpPr>
            <p:cNvPr id="8" name="圆角矩形 7"/>
            <p:cNvSpPr/>
            <p:nvPr/>
          </p:nvSpPr>
          <p:spPr>
            <a:xfrm>
              <a:off x="5403" y="1208"/>
              <a:ext cx="8398" cy="8426"/>
            </a:xfrm>
            <a:prstGeom prst="roundRect">
              <a:avLst>
                <a:gd name="adj" fmla="val 20612"/>
              </a:avLst>
            </a:prstGeom>
            <a:solidFill>
              <a:srgbClr val="103459"/>
            </a:solidFill>
            <a:ln>
              <a:solidFill>
                <a:srgbClr val="10345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" name="图片 8" descr="INTEPOINT-logo-PNG"/>
            <p:cNvPicPr>
              <a:picLocks noChangeAspect="1"/>
            </p:cNvPicPr>
            <p:nvPr/>
          </p:nvPicPr>
          <p:blipFill>
            <a:blip r:embed="rId3">
              <a:lum bright="100000" contrast="-24000"/>
            </a:blip>
            <a:srcRect l="27319" t="27906" r="27290" b="5649"/>
            <a:stretch>
              <a:fillRect/>
            </a:stretch>
          </p:blipFill>
          <p:spPr>
            <a:xfrm>
              <a:off x="6411" y="2383"/>
              <a:ext cx="6382" cy="6093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SaivenWang</cp:lastModifiedBy>
  <cp:revision>158</cp:revision>
  <dcterms:created xsi:type="dcterms:W3CDTF">2019-06-19T02:08:00Z</dcterms:created>
  <dcterms:modified xsi:type="dcterms:W3CDTF">2026-05-30T05:04:30Z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F79FC8491EAE4DCBAE8554F1472A7849_11</vt:lpwstr>
  </property>
</Properties>
</file>